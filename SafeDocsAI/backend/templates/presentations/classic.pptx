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2468880"/>
            <a:ext cx="10545775" cy="1828800"/>
          </a:xfrm>
        </p:spPr>
        <p:txBody>
          <a:bodyPr/>
          <a:lstStyle>
            <a:lvl1pPr marL="0" indent="0">
              <a:buNone/>
              <a:defRPr sz="4000" b="1">
                <a:solidFill>
                  <a:srgbClr val="1F3A63"/>
                </a:solidFill>
                <a:latin typeface="Calibri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2960" y="4389120"/>
            <a:ext cx="10545775" cy="822960"/>
          </a:xfrm>
        </p:spPr>
        <p:txBody>
          <a:bodyPr/>
          <a:lstStyle>
            <a:lvl1pPr marL="0" indent="0">
              <a:buNone/>
              <a:defRPr sz="1800">
                <a:solidFill>
                  <a:srgbClr val="6B7684"/>
                </a:solidFill>
                <a:latin typeface="Calibri"/>
              </a:defRPr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7" name="Accent Bar"/>
          <p:cNvSpPr/>
          <p:nvPr/>
        </p:nvSpPr>
        <p:spPr>
          <a:xfrm>
            <a:off x="822960" y="2103120"/>
            <a:ext cx="1463040" cy="100584"/>
          </a:xfrm>
          <a:prstGeom prst="rect">
            <a:avLst/>
          </a:prstGeom>
          <a:solidFill>
            <a:srgbClr val="1F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640080"/>
            <a:ext cx="10545775" cy="914400"/>
          </a:xfrm>
        </p:spPr>
        <p:txBody>
          <a:bodyPr/>
          <a:lstStyle>
            <a:lvl1pPr marL="0" indent="0">
              <a:buNone/>
              <a:defRPr sz="2800" b="1">
                <a:solidFill>
                  <a:srgbClr val="1F3A63"/>
                </a:solidFill>
                <a:latin typeface="Calibri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737360"/>
            <a:ext cx="10545775" cy="4297680"/>
          </a:xfrm>
        </p:spPr>
        <p:txBody>
          <a:bodyPr/>
          <a:lstStyle>
            <a:lvl1pPr marL="274320" indent="-274320">
              <a:spcBef>
                <a:spcPts val="600"/>
              </a:spcBef>
              <a:buClr>
                <a:srgbClr val="1F3A63"/>
              </a:buClr>
              <a:buChar char="•"/>
              <a:defRPr sz="2000">
                <a:solidFill>
                  <a:srgbClr val="2E3440"/>
                </a:solidFill>
                <a:latin typeface="Calibri"/>
              </a:defRPr>
            </a:lvl1pPr>
            <a:lvl2pPr marL="594359" indent="-274320">
              <a:spcBef>
                <a:spcPts val="600"/>
              </a:spcBef>
              <a:buClr>
                <a:srgbClr val="1F3A63"/>
              </a:buClr>
              <a:buChar char="–"/>
              <a:defRPr sz="1600">
                <a:solidFill>
                  <a:srgbClr val="2E3440"/>
                </a:solidFill>
                <a:latin typeface="Calibri"/>
              </a:defRPr>
            </a:lvl2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8655" y="6172200"/>
            <a:ext cx="822960" cy="365760"/>
          </a:xfrm>
        </p:spPr>
        <p:txBody>
          <a:bodyPr/>
          <a:lstStyle>
            <a:lvl1pPr marL="0" indent="0">
              <a:buNone/>
              <a:defRPr sz="1100">
                <a:solidFill>
                  <a:srgbClr val="6B7684"/>
                </a:solidFill>
                <a:latin typeface="Calibri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926080"/>
            <a:ext cx="10545775" cy="1280160"/>
          </a:xfrm>
        </p:spPr>
        <p:txBody>
          <a:bodyPr anchor="t"/>
          <a:lstStyle>
            <a:lvl1pPr marL="0" indent="0">
              <a:buNone/>
              <a:defRPr sz="3200" b="1">
                <a:solidFill>
                  <a:srgbClr val="1F3A63"/>
                </a:solidFill>
                <a:latin typeface="Calibri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114800"/>
            <a:ext cx="10545775" cy="731520"/>
          </a:xfrm>
        </p:spPr>
        <p:txBody>
          <a:bodyPr anchor="b"/>
          <a:lstStyle>
            <a:lvl1pPr marL="0" indent="0">
              <a:buNone/>
              <a:defRPr sz="1600">
                <a:solidFill>
                  <a:srgbClr val="6B7684"/>
                </a:solidFill>
                <a:latin typeface="Calibri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Accent Bar"/>
          <p:cNvSpPr/>
          <p:nvPr/>
        </p:nvSpPr>
        <p:spPr>
          <a:xfrm>
            <a:off x="822960" y="2651760"/>
            <a:ext cx="822960" cy="100584"/>
          </a:xfrm>
          <a:prstGeom prst="rect">
            <a:avLst/>
          </a:prstGeom>
          <a:solidFill>
            <a:srgbClr val="1F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Sourc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640080"/>
            <a:ext cx="10545775" cy="914400"/>
          </a:xfrm>
        </p:spPr>
        <p:txBody>
          <a:bodyPr/>
          <a:lstStyle>
            <a:lvl1pPr marL="0" indent="0">
              <a:buNone/>
              <a:defRPr sz="2800" b="1">
                <a:solidFill>
                  <a:srgbClr val="1F3A63"/>
                </a:solidFill>
                <a:latin typeface="Calibri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737360"/>
            <a:ext cx="10545775" cy="4297680"/>
          </a:xfrm>
        </p:spPr>
        <p:txBody>
          <a:bodyPr/>
          <a:lstStyle>
            <a:lvl1pPr marL="0" indent="0">
              <a:buNone/>
              <a:spcBef>
                <a:spcPts val="500"/>
              </a:spcBef>
              <a:defRPr sz="1400">
                <a:solidFill>
                  <a:srgbClr val="6B7684"/>
                </a:solidFill>
                <a:latin typeface="Calibri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8655" y="6172200"/>
            <a:ext cx="822960" cy="365760"/>
          </a:xfrm>
        </p:spPr>
        <p:txBody>
          <a:bodyPr/>
          <a:lstStyle>
            <a:lvl1pPr marL="0" indent="0">
              <a:buNone/>
              <a:defRPr sz="1100">
                <a:solidFill>
                  <a:srgbClr val="6B7684"/>
                </a:solidFill>
                <a:latin typeface="Calibri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