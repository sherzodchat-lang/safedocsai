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468880"/>
            <a:ext cx="10545775" cy="1828800"/>
          </a:xfrm>
        </p:spPr>
        <p:txBody>
          <a:bodyPr/>
          <a:lstStyle>
            <a:lvl1pPr marL="0" indent="0">
              <a:buNone/>
              <a:defRPr sz="4000" b="1">
                <a:solidFill>
                  <a:srgbClr val="111111"/>
                </a:solidFill>
                <a:latin typeface="Georgia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389120"/>
            <a:ext cx="10545775" cy="822960"/>
          </a:xfrm>
        </p:spPr>
        <p:txBody>
          <a:bodyPr/>
          <a:lstStyle>
            <a:lvl1pPr marL="0" indent="0">
              <a:buNone/>
              <a:defRPr sz="1800">
                <a:solidFill>
                  <a:srgbClr val="8A8A8A"/>
                </a:solidFill>
                <a:latin typeface="Georgia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11111"/>
                </a:solidFill>
                <a:latin typeface="Georgia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274320" indent="-274320">
              <a:spcBef>
                <a:spcPts val="600"/>
              </a:spcBef>
              <a:buClr>
                <a:srgbClr val="9AA0A6"/>
              </a:buClr>
              <a:buChar char="•"/>
              <a:defRPr sz="2000">
                <a:solidFill>
                  <a:srgbClr val="333333"/>
                </a:solidFill>
                <a:latin typeface="Georgia"/>
              </a:defRPr>
            </a:lvl1pPr>
            <a:lvl2pPr marL="594359" indent="-274320">
              <a:spcBef>
                <a:spcPts val="600"/>
              </a:spcBef>
              <a:buClr>
                <a:srgbClr val="9AA0A6"/>
              </a:buClr>
              <a:buChar char="–"/>
              <a:defRPr sz="1600">
                <a:solidFill>
                  <a:srgbClr val="333333"/>
                </a:solidFill>
                <a:latin typeface="Georgia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8A8A8A"/>
                </a:solidFill>
                <a:latin typeface="Georgia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26080"/>
            <a:ext cx="10545775" cy="128016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rgbClr val="111111"/>
                </a:solidFill>
                <a:latin typeface="Georgia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114800"/>
            <a:ext cx="10545775" cy="731520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8A8A8A"/>
                </a:solidFill>
                <a:latin typeface="Georgia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ur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11111"/>
                </a:solidFill>
                <a:latin typeface="Georgia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0" indent="0">
              <a:buNone/>
              <a:spcBef>
                <a:spcPts val="500"/>
              </a:spcBef>
              <a:defRPr sz="1400">
                <a:solidFill>
                  <a:srgbClr val="8A8A8A"/>
                </a:solidFill>
                <a:latin typeface="Georgia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8A8A8A"/>
                </a:solidFill>
                <a:latin typeface="Georgia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